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0.75</c:v>
                </c:pt>
                <c:pt idx="1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08-4325-8095-F028FCB8B1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9808-4325-8095-F028FCB8B16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87BA7C-7BE6-4DB8-AA80-E22AECCF99D9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CDBB031-B173-4E19-AC60-FB371FF737DE}">
      <dgm:prSet phldrT="[Text]" phldr="0"/>
      <dgm:spPr/>
      <dgm:t>
        <a:bodyPr/>
        <a:lstStyle/>
        <a:p>
          <a:r>
            <a:rPr lang="en-GB" dirty="0"/>
            <a:t>CBT</a:t>
          </a:r>
          <a:endParaRPr lang="en-US" dirty="0"/>
        </a:p>
      </dgm:t>
    </dgm:pt>
    <dgm:pt modelId="{EA9E90C0-7DAC-40C4-8486-6E69956DA869}" type="parTrans" cxnId="{37946153-DB9A-4E46-8D6C-8943446D0DD3}">
      <dgm:prSet/>
      <dgm:spPr/>
      <dgm:t>
        <a:bodyPr/>
        <a:lstStyle/>
        <a:p>
          <a:endParaRPr lang="en-US"/>
        </a:p>
      </dgm:t>
    </dgm:pt>
    <dgm:pt modelId="{74C09EF2-B332-443F-96C9-86006E3A7BA1}" type="sibTrans" cxnId="{37946153-DB9A-4E46-8D6C-8943446D0DD3}">
      <dgm:prSet/>
      <dgm:spPr/>
      <dgm:t>
        <a:bodyPr/>
        <a:lstStyle/>
        <a:p>
          <a:endParaRPr lang="en-US"/>
        </a:p>
      </dgm:t>
    </dgm:pt>
    <dgm:pt modelId="{249A0DAE-BB9A-430A-8881-6BD4FF031E20}">
      <dgm:prSet phldrT="[Text]" phldr="0"/>
      <dgm:spPr/>
      <dgm:t>
        <a:bodyPr/>
        <a:lstStyle/>
        <a:p>
          <a:r>
            <a:rPr lang="en-GB" dirty="0"/>
            <a:t>Knowledge</a:t>
          </a:r>
          <a:endParaRPr lang="en-US" dirty="0"/>
        </a:p>
      </dgm:t>
    </dgm:pt>
    <dgm:pt modelId="{4F83D460-47DC-4CDE-8A84-07EBFB483A7C}" type="parTrans" cxnId="{83B14A81-4151-49C4-A4AC-69BB365C3C1A}">
      <dgm:prSet/>
      <dgm:spPr/>
      <dgm:t>
        <a:bodyPr/>
        <a:lstStyle/>
        <a:p>
          <a:endParaRPr lang="en-US"/>
        </a:p>
      </dgm:t>
    </dgm:pt>
    <dgm:pt modelId="{14E294A5-84AC-4388-84C8-34A0D85A6D78}" type="sibTrans" cxnId="{83B14A81-4151-49C4-A4AC-69BB365C3C1A}">
      <dgm:prSet/>
      <dgm:spPr/>
      <dgm:t>
        <a:bodyPr/>
        <a:lstStyle/>
        <a:p>
          <a:endParaRPr lang="en-US"/>
        </a:p>
      </dgm:t>
    </dgm:pt>
    <dgm:pt modelId="{B0AF1ADD-FF83-45DF-B7FD-9E6351B03305}">
      <dgm:prSet phldrT="[Text]" phldr="0"/>
      <dgm:spPr/>
      <dgm:t>
        <a:bodyPr/>
        <a:lstStyle/>
        <a:p>
          <a:r>
            <a:rPr lang="en-GB" dirty="0"/>
            <a:t>Skills</a:t>
          </a:r>
          <a:endParaRPr lang="en-US" dirty="0"/>
        </a:p>
      </dgm:t>
    </dgm:pt>
    <dgm:pt modelId="{F84DAD5E-0340-4D90-AFE8-D49462AFE4CC}" type="parTrans" cxnId="{1A965CF9-EA68-4DB8-9375-A0F1AFB1F7E6}">
      <dgm:prSet/>
      <dgm:spPr/>
      <dgm:t>
        <a:bodyPr/>
        <a:lstStyle/>
        <a:p>
          <a:endParaRPr lang="en-US"/>
        </a:p>
      </dgm:t>
    </dgm:pt>
    <dgm:pt modelId="{72C93B6F-1BB8-45C2-89D4-450F5E4E9A84}" type="sibTrans" cxnId="{1A965CF9-EA68-4DB8-9375-A0F1AFB1F7E6}">
      <dgm:prSet/>
      <dgm:spPr/>
      <dgm:t>
        <a:bodyPr/>
        <a:lstStyle/>
        <a:p>
          <a:endParaRPr lang="en-US"/>
        </a:p>
      </dgm:t>
    </dgm:pt>
    <dgm:pt modelId="{90F24A83-5926-466D-816D-3EAD7B76E6BB}">
      <dgm:prSet phldrT="[Text]" phldr="0"/>
      <dgm:spPr/>
      <dgm:t>
        <a:bodyPr/>
        <a:lstStyle/>
        <a:p>
          <a:r>
            <a:rPr lang="en-GB" dirty="0"/>
            <a:t>Attitude</a:t>
          </a:r>
          <a:endParaRPr lang="en-US" dirty="0"/>
        </a:p>
      </dgm:t>
    </dgm:pt>
    <dgm:pt modelId="{BEE6AA2D-4BED-433A-B69C-2E90899EBDEB}" type="parTrans" cxnId="{31FD76C9-B541-4B46-8BB1-61C5BB4D49B8}">
      <dgm:prSet/>
      <dgm:spPr/>
      <dgm:t>
        <a:bodyPr/>
        <a:lstStyle/>
        <a:p>
          <a:endParaRPr lang="en-US"/>
        </a:p>
      </dgm:t>
    </dgm:pt>
    <dgm:pt modelId="{4D19F08B-24CD-44D2-9969-203807D488D2}" type="sibTrans" cxnId="{31FD76C9-B541-4B46-8BB1-61C5BB4D49B8}">
      <dgm:prSet/>
      <dgm:spPr/>
      <dgm:t>
        <a:bodyPr/>
        <a:lstStyle/>
        <a:p>
          <a:endParaRPr lang="en-US"/>
        </a:p>
      </dgm:t>
    </dgm:pt>
    <dgm:pt modelId="{B9931861-C870-4C7F-AF51-9AFBE88A7FF7}" type="pres">
      <dgm:prSet presAssocID="{4487BA7C-7BE6-4DB8-AA80-E22AECCF99D9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2B9B087-23EA-465F-A0AA-C534F922D7F2}" type="pres">
      <dgm:prSet presAssocID="{3CDBB031-B173-4E19-AC60-FB371FF737DE}" presName="centerShape" presStyleLbl="node0" presStyleIdx="0" presStyleCnt="1"/>
      <dgm:spPr/>
    </dgm:pt>
    <dgm:pt modelId="{37AD6B44-59B2-4952-88D8-A93C013690F0}" type="pres">
      <dgm:prSet presAssocID="{4F83D460-47DC-4CDE-8A84-07EBFB483A7C}" presName="parTrans" presStyleLbl="bgSibTrans2D1" presStyleIdx="0" presStyleCnt="3"/>
      <dgm:spPr/>
    </dgm:pt>
    <dgm:pt modelId="{97158CCB-27E6-496E-8CD7-5A97625B55D5}" type="pres">
      <dgm:prSet presAssocID="{249A0DAE-BB9A-430A-8881-6BD4FF031E20}" presName="node" presStyleLbl="node1" presStyleIdx="0" presStyleCnt="3">
        <dgm:presLayoutVars>
          <dgm:bulletEnabled val="1"/>
        </dgm:presLayoutVars>
      </dgm:prSet>
      <dgm:spPr/>
    </dgm:pt>
    <dgm:pt modelId="{B4238886-D96C-4B3E-B4C3-F6F9F0DDB31A}" type="pres">
      <dgm:prSet presAssocID="{F84DAD5E-0340-4D90-AFE8-D49462AFE4CC}" presName="parTrans" presStyleLbl="bgSibTrans2D1" presStyleIdx="1" presStyleCnt="3"/>
      <dgm:spPr/>
    </dgm:pt>
    <dgm:pt modelId="{F940D023-FF0D-4945-9776-B6864268C9C6}" type="pres">
      <dgm:prSet presAssocID="{B0AF1ADD-FF83-45DF-B7FD-9E6351B03305}" presName="node" presStyleLbl="node1" presStyleIdx="1" presStyleCnt="3">
        <dgm:presLayoutVars>
          <dgm:bulletEnabled val="1"/>
        </dgm:presLayoutVars>
      </dgm:prSet>
      <dgm:spPr/>
    </dgm:pt>
    <dgm:pt modelId="{B9BDFB1D-1D63-4B42-9CBC-F75CF973713F}" type="pres">
      <dgm:prSet presAssocID="{BEE6AA2D-4BED-433A-B69C-2E90899EBDEB}" presName="parTrans" presStyleLbl="bgSibTrans2D1" presStyleIdx="2" presStyleCnt="3"/>
      <dgm:spPr/>
    </dgm:pt>
    <dgm:pt modelId="{3FB02F0F-1618-477C-90D6-09170D54EC00}" type="pres">
      <dgm:prSet presAssocID="{90F24A83-5926-466D-816D-3EAD7B76E6BB}" presName="node" presStyleLbl="node1" presStyleIdx="2" presStyleCnt="3">
        <dgm:presLayoutVars>
          <dgm:bulletEnabled val="1"/>
        </dgm:presLayoutVars>
      </dgm:prSet>
      <dgm:spPr/>
    </dgm:pt>
  </dgm:ptLst>
  <dgm:cxnLst>
    <dgm:cxn modelId="{B773EC60-4F35-4AD4-A913-AC64351C4FA0}" type="presOf" srcId="{4F83D460-47DC-4CDE-8A84-07EBFB483A7C}" destId="{37AD6B44-59B2-4952-88D8-A93C013690F0}" srcOrd="0" destOrd="0" presId="urn:microsoft.com/office/officeart/2005/8/layout/radial4"/>
    <dgm:cxn modelId="{75C2A74A-64AC-4FED-85B4-EA2F27E1693F}" type="presOf" srcId="{F84DAD5E-0340-4D90-AFE8-D49462AFE4CC}" destId="{B4238886-D96C-4B3E-B4C3-F6F9F0DDB31A}" srcOrd="0" destOrd="0" presId="urn:microsoft.com/office/officeart/2005/8/layout/radial4"/>
    <dgm:cxn modelId="{C7C89D6C-82B7-4E1A-9762-711C93EC83CF}" type="presOf" srcId="{90F24A83-5926-466D-816D-3EAD7B76E6BB}" destId="{3FB02F0F-1618-477C-90D6-09170D54EC00}" srcOrd="0" destOrd="0" presId="urn:microsoft.com/office/officeart/2005/8/layout/radial4"/>
    <dgm:cxn modelId="{37946153-DB9A-4E46-8D6C-8943446D0DD3}" srcId="{4487BA7C-7BE6-4DB8-AA80-E22AECCF99D9}" destId="{3CDBB031-B173-4E19-AC60-FB371FF737DE}" srcOrd="0" destOrd="0" parTransId="{EA9E90C0-7DAC-40C4-8486-6E69956DA869}" sibTransId="{74C09EF2-B332-443F-96C9-86006E3A7BA1}"/>
    <dgm:cxn modelId="{3B1E7D55-F6EB-4C66-9ABB-291C6D5E509B}" type="presOf" srcId="{4487BA7C-7BE6-4DB8-AA80-E22AECCF99D9}" destId="{B9931861-C870-4C7F-AF51-9AFBE88A7FF7}" srcOrd="0" destOrd="0" presId="urn:microsoft.com/office/officeart/2005/8/layout/radial4"/>
    <dgm:cxn modelId="{C9E23256-94B9-4B83-AE10-A3D397FBC7EF}" type="presOf" srcId="{3CDBB031-B173-4E19-AC60-FB371FF737DE}" destId="{32B9B087-23EA-465F-A0AA-C534F922D7F2}" srcOrd="0" destOrd="0" presId="urn:microsoft.com/office/officeart/2005/8/layout/radial4"/>
    <dgm:cxn modelId="{83B14A81-4151-49C4-A4AC-69BB365C3C1A}" srcId="{3CDBB031-B173-4E19-AC60-FB371FF737DE}" destId="{249A0DAE-BB9A-430A-8881-6BD4FF031E20}" srcOrd="0" destOrd="0" parTransId="{4F83D460-47DC-4CDE-8A84-07EBFB483A7C}" sibTransId="{14E294A5-84AC-4388-84C8-34A0D85A6D78}"/>
    <dgm:cxn modelId="{31FD76C9-B541-4B46-8BB1-61C5BB4D49B8}" srcId="{3CDBB031-B173-4E19-AC60-FB371FF737DE}" destId="{90F24A83-5926-466D-816D-3EAD7B76E6BB}" srcOrd="2" destOrd="0" parTransId="{BEE6AA2D-4BED-433A-B69C-2E90899EBDEB}" sibTransId="{4D19F08B-24CD-44D2-9969-203807D488D2}"/>
    <dgm:cxn modelId="{8FEC6CD2-580C-423E-9039-384485418393}" type="presOf" srcId="{B0AF1ADD-FF83-45DF-B7FD-9E6351B03305}" destId="{F940D023-FF0D-4945-9776-B6864268C9C6}" srcOrd="0" destOrd="0" presId="urn:microsoft.com/office/officeart/2005/8/layout/radial4"/>
    <dgm:cxn modelId="{6FA010D4-8628-414E-90DB-BF09F83F663B}" type="presOf" srcId="{BEE6AA2D-4BED-433A-B69C-2E90899EBDEB}" destId="{B9BDFB1D-1D63-4B42-9CBC-F75CF973713F}" srcOrd="0" destOrd="0" presId="urn:microsoft.com/office/officeart/2005/8/layout/radial4"/>
    <dgm:cxn modelId="{1A965CF9-EA68-4DB8-9375-A0F1AFB1F7E6}" srcId="{3CDBB031-B173-4E19-AC60-FB371FF737DE}" destId="{B0AF1ADD-FF83-45DF-B7FD-9E6351B03305}" srcOrd="1" destOrd="0" parTransId="{F84DAD5E-0340-4D90-AFE8-D49462AFE4CC}" sibTransId="{72C93B6F-1BB8-45C2-89D4-450F5E4E9A84}"/>
    <dgm:cxn modelId="{BE1176FB-643E-4848-8891-66F13CBD206C}" type="presOf" srcId="{249A0DAE-BB9A-430A-8881-6BD4FF031E20}" destId="{97158CCB-27E6-496E-8CD7-5A97625B55D5}" srcOrd="0" destOrd="0" presId="urn:microsoft.com/office/officeart/2005/8/layout/radial4"/>
    <dgm:cxn modelId="{C21E7D12-F15B-41B8-9F16-A37B4A3E851B}" type="presParOf" srcId="{B9931861-C870-4C7F-AF51-9AFBE88A7FF7}" destId="{32B9B087-23EA-465F-A0AA-C534F922D7F2}" srcOrd="0" destOrd="0" presId="urn:microsoft.com/office/officeart/2005/8/layout/radial4"/>
    <dgm:cxn modelId="{A8022CC0-A9D4-49B7-B3DE-84FD326EAFF1}" type="presParOf" srcId="{B9931861-C870-4C7F-AF51-9AFBE88A7FF7}" destId="{37AD6B44-59B2-4952-88D8-A93C013690F0}" srcOrd="1" destOrd="0" presId="urn:microsoft.com/office/officeart/2005/8/layout/radial4"/>
    <dgm:cxn modelId="{426FC8D3-3E76-4E2D-9A84-DCA3D865367A}" type="presParOf" srcId="{B9931861-C870-4C7F-AF51-9AFBE88A7FF7}" destId="{97158CCB-27E6-496E-8CD7-5A97625B55D5}" srcOrd="2" destOrd="0" presId="urn:microsoft.com/office/officeart/2005/8/layout/radial4"/>
    <dgm:cxn modelId="{B8A26CE3-47C0-47D2-8C84-740400D55431}" type="presParOf" srcId="{B9931861-C870-4C7F-AF51-9AFBE88A7FF7}" destId="{B4238886-D96C-4B3E-B4C3-F6F9F0DDB31A}" srcOrd="3" destOrd="0" presId="urn:microsoft.com/office/officeart/2005/8/layout/radial4"/>
    <dgm:cxn modelId="{F8B9F119-E7F7-453D-94CF-C215FAD476A7}" type="presParOf" srcId="{B9931861-C870-4C7F-AF51-9AFBE88A7FF7}" destId="{F940D023-FF0D-4945-9776-B6864268C9C6}" srcOrd="4" destOrd="0" presId="urn:microsoft.com/office/officeart/2005/8/layout/radial4"/>
    <dgm:cxn modelId="{D2291E08-AA5A-4DF9-A8DA-9B129E8FC9DA}" type="presParOf" srcId="{B9931861-C870-4C7F-AF51-9AFBE88A7FF7}" destId="{B9BDFB1D-1D63-4B42-9CBC-F75CF973713F}" srcOrd="5" destOrd="0" presId="urn:microsoft.com/office/officeart/2005/8/layout/radial4"/>
    <dgm:cxn modelId="{1729F916-919B-432C-9A6C-24E335D6C8D4}" type="presParOf" srcId="{B9931861-C870-4C7F-AF51-9AFBE88A7FF7}" destId="{3FB02F0F-1618-477C-90D6-09170D54EC00}" srcOrd="6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9B087-23EA-465F-A0AA-C534F922D7F2}">
      <dsp:nvSpPr>
        <dsp:cNvPr id="0" name=""/>
        <dsp:cNvSpPr/>
      </dsp:nvSpPr>
      <dsp:spPr>
        <a:xfrm>
          <a:off x="4265184" y="2364917"/>
          <a:ext cx="1985230" cy="19852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275" tIns="41275" rIns="41275" bIns="41275" numCol="1" spcCol="1270" anchor="ctr" anchorCtr="0">
          <a:noAutofit/>
        </a:bodyPr>
        <a:lstStyle/>
        <a:p>
          <a:pPr marL="0" lvl="0" indent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500" kern="1200" dirty="0"/>
            <a:t>CBT</a:t>
          </a:r>
          <a:endParaRPr lang="en-US" sz="6500" kern="1200" dirty="0"/>
        </a:p>
      </dsp:txBody>
      <dsp:txXfrm>
        <a:off x="4555914" y="2655647"/>
        <a:ext cx="1403770" cy="1403770"/>
      </dsp:txXfrm>
    </dsp:sp>
    <dsp:sp modelId="{37AD6B44-59B2-4952-88D8-A93C013690F0}">
      <dsp:nvSpPr>
        <dsp:cNvPr id="0" name=""/>
        <dsp:cNvSpPr/>
      </dsp:nvSpPr>
      <dsp:spPr>
        <a:xfrm rot="12900000">
          <a:off x="2988885" y="2018372"/>
          <a:ext cx="1520825" cy="56579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158CCB-27E6-496E-8CD7-5A97625B55D5}">
      <dsp:nvSpPr>
        <dsp:cNvPr id="0" name=""/>
        <dsp:cNvSpPr/>
      </dsp:nvSpPr>
      <dsp:spPr>
        <a:xfrm>
          <a:off x="2183419" y="1110725"/>
          <a:ext cx="1885968" cy="150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Knowledge</a:t>
          </a:r>
          <a:endParaRPr lang="en-US" sz="2900" kern="1200" dirty="0"/>
        </a:p>
      </dsp:txBody>
      <dsp:txXfrm>
        <a:off x="2227610" y="1154916"/>
        <a:ext cx="1797586" cy="1420393"/>
      </dsp:txXfrm>
    </dsp:sp>
    <dsp:sp modelId="{B4238886-D96C-4B3E-B4C3-F6F9F0DDB31A}">
      <dsp:nvSpPr>
        <dsp:cNvPr id="0" name=""/>
        <dsp:cNvSpPr/>
      </dsp:nvSpPr>
      <dsp:spPr>
        <a:xfrm rot="16200000">
          <a:off x="4497387" y="1233095"/>
          <a:ext cx="1520825" cy="56579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40D023-FF0D-4945-9776-B6864268C9C6}">
      <dsp:nvSpPr>
        <dsp:cNvPr id="0" name=""/>
        <dsp:cNvSpPr/>
      </dsp:nvSpPr>
      <dsp:spPr>
        <a:xfrm>
          <a:off x="4314815" y="1190"/>
          <a:ext cx="1885968" cy="150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Skills</a:t>
          </a:r>
          <a:endParaRPr lang="en-US" sz="2900" kern="1200" dirty="0"/>
        </a:p>
      </dsp:txBody>
      <dsp:txXfrm>
        <a:off x="4359006" y="45381"/>
        <a:ext cx="1797586" cy="1420393"/>
      </dsp:txXfrm>
    </dsp:sp>
    <dsp:sp modelId="{B9BDFB1D-1D63-4B42-9CBC-F75CF973713F}">
      <dsp:nvSpPr>
        <dsp:cNvPr id="0" name=""/>
        <dsp:cNvSpPr/>
      </dsp:nvSpPr>
      <dsp:spPr>
        <a:xfrm rot="19500000">
          <a:off x="6005889" y="2018372"/>
          <a:ext cx="1520825" cy="56579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B02F0F-1618-477C-90D6-09170D54EC00}">
      <dsp:nvSpPr>
        <dsp:cNvPr id="0" name=""/>
        <dsp:cNvSpPr/>
      </dsp:nvSpPr>
      <dsp:spPr>
        <a:xfrm>
          <a:off x="6446211" y="1110725"/>
          <a:ext cx="1885968" cy="150877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245" tIns="55245" rIns="55245" bIns="55245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900" kern="1200" dirty="0"/>
            <a:t>Attitude</a:t>
          </a:r>
          <a:endParaRPr lang="en-US" sz="2900" kern="1200" dirty="0"/>
        </a:p>
      </dsp:txBody>
      <dsp:txXfrm>
        <a:off x="6490402" y="1154916"/>
        <a:ext cx="1797586" cy="14203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702B-85A8-305B-A5DA-447467CC54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351B64-5385-F11E-DD6A-5FDD1859AE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2A941B-4239-FF11-7CE1-7BA75874F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8FF0A-ACFF-4FE4-5E32-FF5CC6670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8F4C-C9C4-4613-969C-27BEBFEA8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14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B2226-1255-11FD-AC7A-419F5A792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945D4-0CD4-9908-0F38-573BA5192A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483F4-2501-902B-7325-46A1ABAD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0E6F8-078B-C370-3184-6EF6E4865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4DE2E-CFAE-D550-5851-78500678C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524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EFFEB-FF41-6244-07C1-08E864155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1701A-74C8-9022-5193-0A1DEC555E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DB3AF-ADBA-B8B0-48EC-F50D57AC2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0EBEF7-FF18-D28B-F20C-22234C52D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52931-75DC-3809-F21E-415A10A8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414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D00F4-9353-8DB0-C8C2-26B0C5072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37D62-F70B-FA5C-5687-A3D28B676D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E1C038-22B5-881E-7E69-97A0C9E8E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7A8B2-F53A-F710-7303-E92F38A7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E5C6B9-0CCB-3E37-E64C-ECA13D76D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5202EB-A8CE-0AA8-8AB8-48C85BF1E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13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69B17-C376-F462-98AD-38DBA5A75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239F7-3E78-E4F7-7108-B09E19C6F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5F434-07EA-4AE2-0E2B-06F22DAE3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5B94E3-33E9-4095-126B-EB5F3B03B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71D8B0-D2C4-3E85-27E5-82A3D45377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5E9B9-E047-FC46-0E83-ECF4DC2FF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8D8427-FD52-8302-9826-977870D0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8EFA22-BD5C-AA07-6AC3-F2362D1B9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474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C166-11EA-60B2-B476-0ABAD9CFB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AC49FD-BB80-621F-A2E7-544DB6ABA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200127-5F03-EA63-3E93-0AC3295B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E5DCD-60BD-9FD6-ED59-36B8FF020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660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F2CF6E0-8832-5DF8-A4CB-6E0FBD310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C3CFFF-30DE-FB16-2375-2BF27050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E041B-219E-A9BF-4D48-F5E4C888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6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1D24A-0D81-E507-8803-EAFA09748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3B23F-03D4-EB8E-97B5-4462F2A34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A2598-FFF2-C1FA-C402-8B2C32ADD2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BCFFC-0408-EE3F-EBCE-8BBD6BA6E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641E71-8E6C-8BFE-AB69-0AD13D08A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BFE210-82A0-919E-1D47-B128E800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488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202FF-BBA6-A285-870F-F43A10EB06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09CCE5-491A-5C58-59E1-DF91E7139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E380E-7ED8-C067-64B9-82ACE9A583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EC7FC3-81E5-9212-0545-1B8D050F2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D7E65B-C882-8591-E8B7-331D14EB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E7595-1AA9-628D-070E-5044DA5ED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831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9F1A7-0F30-F616-D30A-C46CC20E1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19777-8687-7EC6-BB01-6AE502E531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B931E6-57EE-194F-D41E-961AE6C43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BE628-47BF-C79B-7946-DF38383EC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52904-9CB9-4107-3D84-77181F3CCB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89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B0A1AF-D695-2E25-89DC-A06232701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C316B3-57A9-AC21-797F-D2AE01589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BD972-7644-04EB-2418-48089A178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9DFDDB-7C00-36A2-5C2F-93C5D6CC0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BF086-662A-ADBD-63C2-8D9BBDEE9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430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9C2EA-4A12-787A-73BE-51F097A45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906024-D051-4153-3F67-ECCCAA74B9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ACEE0-B16A-9F84-6E84-C82F251E80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06798-002B-4091-99C7-A6AC49CD8171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56D1A-2874-C906-A3A5-8804AFF7B0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A0048-9093-A5DC-9BEA-190A350BC9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2F5A8-E5F1-41AF-92D3-7529E9BC33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524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F024C-8B61-DFA7-D3A2-BA6E999688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Md. Intekhab Hossain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CF6B08-1C69-6ECE-ACC8-A456220B62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0000000000000000000000000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314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3864A-CEE5-6FBC-5DBA-3B4FB4EE9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Welcome to My Presentation</a:t>
            </a:r>
            <a:br>
              <a:rPr lang="en-US" dirty="0"/>
            </a:b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D70FA04-4DFF-7762-D403-B13E5EB9F7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0" y="1825625"/>
            <a:ext cx="428128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766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FB97E-EDEF-33FE-2222-CAF95C28F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C461B-1FED-8611-27B6-936DD588D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501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208AB-BC43-17AA-21B1-33E2214D9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B7AB281-9D31-A7F7-7B14-AAD8E532A1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800236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48314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7CEDF-A6B5-A1E4-978E-BA85D5238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523F422-B112-CA46-5A75-4C5F108FE7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75606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4166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506BA-B7ED-67D0-496F-97DD789B2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9218C-8F5B-97C8-B2F8-A1922ACA2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07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CD7A6-EB35-0D75-1B1F-8CD2BF1E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2800" dirty="0"/>
              <a:t>Thank you</a:t>
            </a:r>
            <a:endParaRPr lang="en-US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86FA6-0DD5-D5EC-B9EE-42C9971DB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386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16</Words>
  <Application>Microsoft Office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Md. Intekhab Hossain</vt:lpstr>
      <vt:lpstr>Welcome to My Presentation 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Md. Intekhab Hossain</dc:creator>
  <cp:lastModifiedBy>Md. Intekhab Hossain</cp:lastModifiedBy>
  <cp:revision>4</cp:revision>
  <dcterms:created xsi:type="dcterms:W3CDTF">2026-05-07T11:10:29Z</dcterms:created>
  <dcterms:modified xsi:type="dcterms:W3CDTF">2026-05-07T11:38:29Z</dcterms:modified>
</cp:coreProperties>
</file>